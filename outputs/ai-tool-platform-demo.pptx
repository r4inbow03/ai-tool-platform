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eacae4f93084b68" /><Relationship Type="http://schemas.openxmlformats.org/officeDocument/2006/relationships/extended-properties" Target="/docProps/app.xml" Id="R2d04b79301d74855" /><Relationship Type="http://schemas.openxmlformats.org/officeDocument/2006/relationships/officeDocument" Target="/ppt/presentation.xml" Id="Rba54c6d9333a435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749b5a083754f8f"/>
  </p:sldMasterIdLst>
  <p:notesMasterIdLst>
    <p:notesMasterId xmlns:r="http://schemas.openxmlformats.org/officeDocument/2006/relationships" r:id="R06f0b61b1a264b12"/>
  </p:notesMasterIdLst>
  <p:sldIdLst>
    <p:sldId xmlns:r="http://schemas.openxmlformats.org/officeDocument/2006/relationships" id="256" r:id="Rea4c79ccef4a44a0"/>
    <p:sldId xmlns:r="http://schemas.openxmlformats.org/officeDocument/2006/relationships" id="257" r:id="R9118f1dad90549d3"/>
    <p:sldId xmlns:r="http://schemas.openxmlformats.org/officeDocument/2006/relationships" id="258" r:id="R8039b745fce0431e"/>
    <p:sldId xmlns:r="http://schemas.openxmlformats.org/officeDocument/2006/relationships" id="259" r:id="R6b7ec4d6afc64a1f"/>
    <p:sldId xmlns:r="http://schemas.openxmlformats.org/officeDocument/2006/relationships" id="260" r:id="Rdc4af86f896f42ce"/>
    <p:sldId xmlns:r="http://schemas.openxmlformats.org/officeDocument/2006/relationships" id="261" r:id="Rb0ea408d0d4c4b5e"/>
    <p:sldId xmlns:r="http://schemas.openxmlformats.org/officeDocument/2006/relationships" id="262" r:id="R6be0c3cf9d0d4afb"/>
    <p:sldId xmlns:r="http://schemas.openxmlformats.org/officeDocument/2006/relationships" id="263" r:id="Rfaba0d20c0554ad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029350a84434301" /><Relationship Type="http://schemas.openxmlformats.org/officeDocument/2006/relationships/slideMaster" Target="/ppt/slideMasters/slideMaster1.xml" Id="Ra749b5a083754f8f" /><Relationship Type="http://schemas.openxmlformats.org/officeDocument/2006/relationships/notesMaster" Target="/ppt/notesMasters/notesMaster1.xml" Id="R06f0b61b1a264b12" /><Relationship Type="http://schemas.openxmlformats.org/officeDocument/2006/relationships/presProps" Target="/ppt/presProps.xml" Id="R7e0504e621c848ba" /><Relationship Type="http://schemas.openxmlformats.org/officeDocument/2006/relationships/tableStyles" Target="/ppt/tableStyles.xml" Id="R8d33e6b9d9fe4920" /><Relationship Type="http://schemas.openxmlformats.org/officeDocument/2006/relationships/slide" Target="/ppt/slides/slide1.xml" Id="Rea4c79ccef4a44a0" /><Relationship Type="http://schemas.openxmlformats.org/officeDocument/2006/relationships/slide" Target="/ppt/slides/slide2.xml" Id="R9118f1dad90549d3" /><Relationship Type="http://schemas.openxmlformats.org/officeDocument/2006/relationships/slide" Target="/ppt/slides/slide3.xml" Id="R8039b745fce0431e" /><Relationship Type="http://schemas.openxmlformats.org/officeDocument/2006/relationships/slide" Target="/ppt/slides/slide4.xml" Id="R6b7ec4d6afc64a1f" /><Relationship Type="http://schemas.openxmlformats.org/officeDocument/2006/relationships/slide" Target="/ppt/slides/slide5.xml" Id="Rdc4af86f896f42ce" /><Relationship Type="http://schemas.openxmlformats.org/officeDocument/2006/relationships/slide" Target="/ppt/slides/slide6.xml" Id="Rb0ea408d0d4c4b5e" /><Relationship Type="http://schemas.openxmlformats.org/officeDocument/2006/relationships/slide" Target="/ppt/slides/slide7.xml" Id="R6be0c3cf9d0d4afb" /><Relationship Type="http://schemas.openxmlformats.org/officeDocument/2006/relationships/slide" Target="/ppt/slides/slide8.xml" Id="Rfaba0d20c0554ad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dab9edf8b4340b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4d64111b7ed4bd9" /><Relationship Type="http://schemas.openxmlformats.org/officeDocument/2006/relationships/notesMaster" Target="/ppt/notesMasters/notesMaster1.xml" Id="R89523459fdc44c0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3a4a59b7f844cbe" /><Relationship Type="http://schemas.openxmlformats.org/officeDocument/2006/relationships/notesMaster" Target="/ppt/notesMasters/notesMaster1.xml" Id="R27f61484ad3747b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9cacd854da94409" /><Relationship Type="http://schemas.openxmlformats.org/officeDocument/2006/relationships/notesMaster" Target="/ppt/notesMasters/notesMaster1.xml" Id="R2c47ae7aadf44a7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b492ced454541de" /><Relationship Type="http://schemas.openxmlformats.org/officeDocument/2006/relationships/notesMaster" Target="/ppt/notesMasters/notesMaster1.xml" Id="R906fe317229d42c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ce3de324ac04fd9" /><Relationship Type="http://schemas.openxmlformats.org/officeDocument/2006/relationships/notesMaster" Target="/ppt/notesMasters/notesMaster1.xml" Id="R3adb5a142e114c9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dec57ae95df472f" /><Relationship Type="http://schemas.openxmlformats.org/officeDocument/2006/relationships/notesMaster" Target="/ppt/notesMasters/notesMaster1.xml" Id="Rfb2f79a5700f4d1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d33b37714d64c6e" /><Relationship Type="http://schemas.openxmlformats.org/officeDocument/2006/relationships/notesMaster" Target="/ppt/notesMasters/notesMaster1.xml" Id="R2d6cc3bb2e60432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ae11210be84466b" /><Relationship Type="http://schemas.openxmlformats.org/officeDocument/2006/relationships/notesMaster" Target="/ppt/notesMasters/notesMaster1.xml" Id="Rcaf793bae28e42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6c9fab6bda4f2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a6523ef2d3b4cf6" /><Relationship Type="http://schemas.openxmlformats.org/officeDocument/2006/relationships/slideLayout" Target="/ppt/slideLayouts/slideLayout1.xml" Id="R4867b73ced7c4af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867b73ced7c4af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783d2de8384973" /><Relationship Type="http://schemas.openxmlformats.org/officeDocument/2006/relationships/notesSlide" Target="/ppt/notesSlides/notesSlide1.xml" Id="Rebabf4bee579481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155e17a61a4b3a" /><Relationship Type="http://schemas.openxmlformats.org/officeDocument/2006/relationships/notesSlide" Target="/ppt/notesSlides/notesSlide2.xml" Id="R1b97c9ee330e423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67c1e797714406" /><Relationship Type="http://schemas.openxmlformats.org/officeDocument/2006/relationships/notesSlide" Target="/ppt/notesSlides/notesSlide3.xml" Id="Rd1be280f71bc4c9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e1dfe820e546ec" /><Relationship Type="http://schemas.openxmlformats.org/officeDocument/2006/relationships/notesSlide" Target="/ppt/notesSlides/notesSlide4.xml" Id="Rdac354b89a2845d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02946bbc7a403f" /><Relationship Type="http://schemas.openxmlformats.org/officeDocument/2006/relationships/notesSlide" Target="/ppt/notesSlides/notesSlide5.xml" Id="Rf23b4fe13ea6452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6c6b4b58d04267" /><Relationship Type="http://schemas.openxmlformats.org/officeDocument/2006/relationships/notesSlide" Target="/ppt/notesSlides/notesSlide6.xml" Id="R33e674757da24ed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3d4d0d5f534148" /><Relationship Type="http://schemas.openxmlformats.org/officeDocument/2006/relationships/notesSlide" Target="/ppt/notesSlides/notesSlide7.xml" Id="Rd3cac23285ba42f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80ee4459cb4047" /><Relationship Type="http://schemas.openxmlformats.org/officeDocument/2006/relationships/notesSlide" Target="/ppt/notesSlides/notesSlide8.xml" Id="Rc18678a420f84bc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58BC74-6DA4-4E69-BE40-BBA83132C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86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3C5FD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93C5FD"/>
                </a:solidFill>
                <a:latin typeface="PingFang SC"/>
                <a:ea typeface="PingFang SC"/>
                <a:cs typeface="PingFang SC"/>
              </a:rPr>
              <a:t>AI TOOL PLATFORM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46B5CE-05E8-4AEB-8E2B-02A4C445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7143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把常见 AI 任务</a:t>
            </a:r>
          </a:p>
          <a:p xmlns:a="http://schemas.openxmlformats.org/drawingml/2006/main">
            <a:pPr algn="l">
              <a:defRPr sz="4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收进一个轻量平台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19F426-C558-460B-B009-6809B6CD5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71875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文案生成 · 中英互译 · PDF 摘要与问答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58AE73-D9EE-4267-A812-96FC78DB1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7AA9AA-6061-4164-9F1F-287969005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19625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93C5FD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93C5FD"/>
                </a:solidFill>
                <a:latin typeface="PingFang SC"/>
                <a:ea typeface="PingFang SC"/>
                <a:cs typeface="PingFang SC"/>
              </a:rPr>
              <a:t>Python + Streamlit + LLM + RAG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6EACFB-DDE4-4A7E-BB34-F7BF180EE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项目功能演示</a:t>
            </a:r>
          </a:p>
        </p:txBody>
      </p:sp>
    </p:spTree>
    <p:extLst>
      <p:ext uri="{BB962C8B-B14F-4D97-AF65-F5344CB8AC3E}">
        <p14:creationId xmlns:p14="http://schemas.microsoft.com/office/powerpoint/2010/main" val="2787037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98F154-D584-4EBC-A8D1-90CEE1E62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57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AI TOOL PLATFORM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B6CAA5-446B-4511-9618-CAFB182C9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857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28ABF6-B4AF-4CC8-B9CD-997BC7761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"/>
            <a:ext cx="1078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5F8F51-52FD-4EAB-9E36-475C76D5E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810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一个入口，覆盖三类高频 AI 需求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E21D52-4D36-4E55-9867-441722A76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097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面向轻量文本任务与文档理解场景的 Web Demo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7B94FB-EE0A-4C54-A417-2ED9F0616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19350"/>
            <a:ext cx="28956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D52478-8105-466D-A00A-C784EFD85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19350"/>
            <a:ext cx="28956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C2F7A7-7282-4269-BC81-7E605C52C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241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895CFD-56F9-4DB8-9509-66EB77566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81350"/>
            <a:ext cx="232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AI 文案生成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B42225-EFF5-450A-98F2-1169CC7C9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62375"/>
            <a:ext cx="2324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输入产品、受众与风格</a:t>
            </a:r>
          </a:p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即可生成营销文案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B72324-59E2-47E8-B2A6-BEC3C2461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419350"/>
            <a:ext cx="28956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ED0D15-42F7-4B04-AD64-086DE2509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419350"/>
            <a:ext cx="28956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B896E6-73BF-46E6-9CAE-3F5F4D8F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7241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91B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891B2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8F3FA7-B7F5-4B9A-ACF6-208DCDDB1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181350"/>
            <a:ext cx="232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中英互译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B89F9F-A7F1-455C-807E-09CE6ED54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762375"/>
            <a:ext cx="2324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支持中文↔英文</a:t>
            </a:r>
          </a:p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保留原意并输出自然表达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51CCC4-BC6C-4BA5-8541-4A787A5EC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19350"/>
            <a:ext cx="28956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7F3F85-D263-4AD2-98FB-76A805647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19350"/>
            <a:ext cx="28956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206FEA-33CE-4BD0-A977-8824D74C8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7241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5966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59669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2D1AC8-13C0-4715-B62A-277DDA69E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181350"/>
            <a:ext cx="232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PDF 内容处理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D36C1B-7BD8-48AC-BB51-F4D908630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762375"/>
            <a:ext cx="2324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上传 PDF 后进行</a:t>
            </a:r>
          </a:p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摘要或基于文档提问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9F49D3-FCBD-4CFE-B06B-F75CCB248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387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统一的 Streamlit 界面将不同能力组织成可直接使用的工具页。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A09340-FD26-4F88-80A4-2A7FD7E0B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91250"/>
            <a:ext cx="1078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4A8533-81CD-4186-8002-953AB7EF4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436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核心价值：快速验证多类 LLM 应用交互与能力封装。</a:t>
            </a:r>
          </a:p>
        </p:txBody>
      </p:sp>
    </p:spTree>
    <p:extLst>
      <p:ext uri="{BB962C8B-B14F-4D97-AF65-F5344CB8AC3E}">
        <p14:creationId xmlns:p14="http://schemas.microsoft.com/office/powerpoint/2010/main" val="306653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599206-44DF-4C4A-84CC-C23EAB087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57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AI TOOL PLATFORM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CC8502-FE6D-4826-B0B2-505C3F339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857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E6E522-FBB2-4F9F-A9AF-267900DA8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"/>
            <a:ext cx="1078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264584-5BFA-4C28-B90E-2537A4C6E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810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使用路径保持简单：选择功能，输入信息，获得结果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D6EE3E-BA90-4E26-862E-8D2EEBF63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097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前端负责交互，后端将任务交给对应的 Prompt 与 LLM 调用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C70C22-6EB1-47EE-A146-31F96EA27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533775"/>
            <a:ext cx="923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AB95C0-D009-4B24-BC98-90D524167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57500"/>
            <a:ext cx="160020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B12479-7F44-4992-AA8A-27E8CA527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480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E24698-6C53-412B-A482-6636D520C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67100"/>
            <a:ext cx="1190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选择工具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6DA291-03AF-4001-A39C-E34A89653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876675"/>
            <a:ext cx="1190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1146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侧边栏切换三类能力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91EC76-CE74-4C89-B065-47569D41D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3533775"/>
            <a:ext cx="923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C4E5FF-2915-4A69-92CD-A4A13C89C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857500"/>
            <a:ext cx="160020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BB8437-671D-49D2-B450-DFD4E72F7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30480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AF1A0F-5AED-4348-9ED0-D21A8DF4B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3467100"/>
            <a:ext cx="1190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输入内容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19F897-3B2D-4862-BED8-4A525D0E6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3876675"/>
            <a:ext cx="1190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1146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填写产品、文本或上传 PDF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038734-4F61-461E-B0DA-8C2DD8875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533775"/>
            <a:ext cx="923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6A1726-2DEF-4E63-A542-7235DAE94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57500"/>
            <a:ext cx="160020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8D7468-B798-411D-87B8-C4BA9C08B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480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892557-8332-4F80-9368-DAEA35AA5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67100"/>
            <a:ext cx="1190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触发生成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CE946E-CCF4-4961-BDF9-D2BC4597C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76675"/>
            <a:ext cx="1190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1146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调用对应的业务逻辑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9A1EF6-5DC2-42F3-AA95-75BD9C3B0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857500"/>
            <a:ext cx="160020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2C3899-01F0-4C9B-991C-F8B3DADAC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0480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6031E6-78BB-4C09-8D6D-0BAA81D4D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467100"/>
            <a:ext cx="1190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读取结果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1B4968-3EED-4A52-A5F3-5DC631B21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876675"/>
            <a:ext cx="1190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1146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在页面内直接展示输出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A8C453-BE72-4F65-9713-DD089D2A1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81600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用户不需要理解模型调用细节，只需针对任务提供必要的上下文。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AD8D05-1501-4859-B4CE-C688D99E7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91250"/>
            <a:ext cx="1078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6D878B-0B3F-4098-BB0E-EBCD790C9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436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交互层：Streamlit · 逻辑层：工具函数与 Prompt · 服务层：LLM API</a:t>
            </a:r>
          </a:p>
        </p:txBody>
      </p:sp>
    </p:spTree>
    <p:extLst>
      <p:ext uri="{BB962C8B-B14F-4D97-AF65-F5344CB8AC3E}">
        <p14:creationId xmlns:p14="http://schemas.microsoft.com/office/powerpoint/2010/main" val="13805853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8E229A-CFC8-4F8F-BBC2-CC74955CD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57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AI TOOL PLATFORM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94537E-DBFD-4910-B89D-3815BDB3E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857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C70D00-03F2-4357-9D01-21BF81DE6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"/>
            <a:ext cx="1078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76E925-24BC-4331-9276-D426F236D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810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前两类能力解决“生成”与“表达”问题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E0BABA-F7A1-4AA6-979D-FC931C43B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097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每个工具都有明确输入字段、约束 Prompt 与单一输出结果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AAE339-0816-4426-A20D-71592FBD4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47900"/>
            <a:ext cx="9525" cy="2905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CC7775-4427-4279-938C-74749CC73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431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AI 文案生成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169D71-868F-4922-9B6C-9B375578E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9560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输入：产品 · 目标用户 · 文案风格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D079B6-4F22-41A0-BDCD-8F57B7731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9090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输出：突出核心价值、匹配受众的营销文案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C913B5-00E4-42C8-A15B-E18A9FB41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4812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可选风格：专业、简洁、活泼、高端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B90986-0DAD-41E4-8567-52F47C660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431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891B2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891B2"/>
                </a:solidFill>
                <a:latin typeface="PingFang SC"/>
                <a:ea typeface="PingFang SC"/>
                <a:cs typeface="PingFang SC"/>
              </a:rPr>
              <a:t>中英互译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547FD6-EC28-4D22-B9CD-9EF650F79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956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输入：文本 · 翻译方向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BA23E8-9D1D-4AE3-BA2C-5526EA182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909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输出：语义级、自然流畅的双向翻译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3430CD-7FF0-4B8D-8959-A21229FAF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48125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约束：不扩写、不遗漏，仅返回译文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A7EC01-FB7E-4F6D-8022-41E7A2157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91250"/>
            <a:ext cx="1078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EC2A19-68F9-4501-B098-B3F03CCD7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436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共同模式：专用 Prompt 定义任务边界，统一 LLM 客户端完成请求。</a:t>
            </a:r>
          </a:p>
        </p:txBody>
      </p:sp>
    </p:spTree>
    <p:extLst>
      <p:ext uri="{BB962C8B-B14F-4D97-AF65-F5344CB8AC3E}">
        <p14:creationId xmlns:p14="http://schemas.microsoft.com/office/powerpoint/2010/main" val="11332060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3E3692-3A0D-4D55-8B1C-619F38033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57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AI TOOL PLATFORM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CE7189-873C-4ECD-9324-2241B9238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857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55A1FB-5BBD-4B81-98F7-B1BD97084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"/>
            <a:ext cx="1078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EF678B-1DAC-49B1-BD58-2C198C877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810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PDF 模块让“读文档”变成两个可选动作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F85E2E-D63D-4AEB-8800-E1DBAB82A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097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先提取 PDF 文本，再根据用户目标走摘要或问答路径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EB50A7-B80D-4992-ACF9-8A792867A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238125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6DD6DB-DDFB-499D-8389-D52E4BA46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289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上传 PDF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8E934F-6BDE-418B-B912-99D01B77B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38500"/>
            <a:ext cx="171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pypdf 提取文本</a:t>
            </a:r>
          </a:p>
          <a:p xmlns:a="http://schemas.openxmlformats.org/drawingml/2006/main">
            <a:pPr algn="l">
              <a:defRPr sz="14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无文本时给出提示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FB70F0-54BC-4678-8B8A-BE1A06B31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552825"/>
            <a:ext cx="933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2B5737-0B87-43C2-952F-AC304BB68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文本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5A2E8A-0968-461E-AA0E-DC68331DF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238375"/>
            <a:ext cx="32385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092EE4-53BE-44FA-93BB-C777774FA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6289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两种处理方式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DCD0AA-0E22-4920-802A-EAC9FCC7F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181350"/>
            <a:ext cx="264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CB3CD8-7B9A-4A77-921E-47251D695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429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A580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EA580C"/>
                </a:solidFill>
                <a:latin typeface="PingFang SC"/>
                <a:ea typeface="PingFang SC"/>
                <a:cs typeface="PingFang SC"/>
              </a:rPr>
              <a:t>AI 摘要总结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91C194-261E-4330-B2BF-FE0914F00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819525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提炼主题、要点与结论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846EF2-7FB9-46A6-A622-286772FA9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2386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59669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59669"/>
                </a:solidFill>
                <a:latin typeface="PingFang SC"/>
                <a:ea typeface="PingFang SC"/>
                <a:cs typeface="PingFang SC"/>
              </a:rPr>
              <a:t>基于文档自行提问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F33BEE-37FA-454C-ACC5-F2E3D2564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00575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回答聚焦当前上传的内容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A4406F-A6BC-4DB0-A6AE-4B2D38758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38375"/>
            <a:ext cx="329565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5E26BB-7355-44A5-850C-2431E2FB6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2890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结果展示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8B9221-3029-4F18-A3DE-720D1EC6A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3850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在当前页面直接返回</a:t>
            </a:r>
          </a:p>
          <a:p xmlns:a="http://schemas.openxmlformats.org/drawingml/2006/main">
            <a:pPr algn="l">
              <a:defRPr sz="14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摘要或问题答案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DA73CA-DAE8-4E2B-AAE4-EEB9D39F5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291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无需切换到其他系统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179978-4F7A-4CD9-A57F-2DC34EFA9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91250"/>
            <a:ext cx="1078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1A2CCA-33A6-48DD-9C35-2184AFA86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436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PDF 不只是上传入口，而是把“长文档理解”拆成可操作的两种任务。</a:t>
            </a:r>
          </a:p>
        </p:txBody>
      </p:sp>
    </p:spTree>
    <p:extLst>
      <p:ext uri="{BB962C8B-B14F-4D97-AF65-F5344CB8AC3E}">
        <p14:creationId xmlns:p14="http://schemas.microsoft.com/office/powerpoint/2010/main" val="13212853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A8B9E3-C87F-4FDF-8540-38407E556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57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AI TOOL PLATFORM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A61775-F370-41EF-8BE2-0906DC884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857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E7A36C-8701-493E-AB56-2E33B8BA2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"/>
            <a:ext cx="1078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C62DBF-4DEE-4553-B32A-5159C017E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810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文档问答通过混合检索，把相关段落交给 LLM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4B3DF7-6900-4C15-9DE5-936BB00FD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097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避免将整个 PDF 直接发送给模型，使回答更聚焦于当前问题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62B725-1F32-4357-953C-EC3C72A00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552825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BF71E6-2C49-4194-A8F5-4FCE1ED12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19450"/>
            <a:ext cx="13716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9D2EFF-41C6-47A6-A101-DE07978F5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90900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PDF 文本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26C973-77CC-4649-BF41-07ABC5CF7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552825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84800F-F22F-4AFA-A89E-8B13EE15D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219450"/>
            <a:ext cx="13716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33432B-4AF0-42AC-8ED6-EABEFB198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390900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文本切分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211E9E-94E7-4954-BEBD-9E37CA7E2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552825"/>
            <a:ext cx="914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AC794C-81B2-459A-BD1E-0835ABD94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219450"/>
            <a:ext cx="13716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891B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5437CA-3611-4411-8800-7D06B07A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390900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7958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891B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891B2"/>
                </a:solidFill>
                <a:latin typeface="PingFang SC"/>
                <a:ea typeface="PingFang SC"/>
                <a:cs typeface="PingFang SC"/>
              </a:rPr>
              <a:t>TF-IDF + BM25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827026-021A-4543-853E-26FEB989B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552825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43FA4A-7BF0-480C-94CE-3E31F25AE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19450"/>
            <a:ext cx="13716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E1259B-AA9C-4290-85B6-58FC012EC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5966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59669"/>
                </a:solidFill>
                <a:latin typeface="PingFang SC"/>
                <a:ea typeface="PingFang SC"/>
                <a:cs typeface="PingFang SC"/>
              </a:rPr>
              <a:t>Top-K 段落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3CB0D1-B0CF-41C0-8E41-24176D35E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219450"/>
            <a:ext cx="13716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580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C64AA0-6888-4AC9-B0D0-6B91FAC53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390900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A580C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EA580C"/>
                </a:solidFill>
                <a:latin typeface="PingFang SC"/>
                <a:ea typeface="PingFang SC"/>
                <a:cs typeface="PingFang SC"/>
              </a:rPr>
              <a:t>LLM 回答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C0439E-2C37-4AC6-BB41-D3D12CAF0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101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检索逻辑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849F3C-03B4-4603-969F-310D8A137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57200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BM25（关键词匹配）与 TF-IDF（语义相关度）按 0.5 : 0.5 融合排序，选取 Top-3 内容块。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B4E2AB-02AE-4F6E-B332-559C915DA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91250"/>
            <a:ext cx="1078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08913B-B740-46D9-9AB2-EAED7A06E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436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配置参数：Chunk 500 字符 · Overlap 100 字符 · Top-K = 3。</a:t>
            </a:r>
          </a:p>
        </p:txBody>
      </p:sp>
    </p:spTree>
    <p:extLst>
      <p:ext uri="{BB962C8B-B14F-4D97-AF65-F5344CB8AC3E}">
        <p14:creationId xmlns:p14="http://schemas.microsoft.com/office/powerpoint/2010/main" val="16467875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94BB70-630D-4377-B6EA-C51C53EC8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57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AI TOOL PLATFORM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D9A5C9-572E-4D90-BA9E-C6EAD19E3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857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80ED51-7E2E-43DD-967F-0CDD61FC0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"/>
            <a:ext cx="1078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D97DCB-8404-401E-8FFE-CDB59C22E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810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模块化设计让新增 AI 工具变得直接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8AF28C-B264-4D92-B7FD-57BF09793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097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UI、业务逻辑、Prompt 和 LLM 调用相互拆分，便于迭代和维护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BEE099-05A7-4AE2-85E1-4E5280A5C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33600"/>
            <a:ext cx="107823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A55AAE-C33A-4580-9EB8-BA6873030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33600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6EB8DC-6582-4088-A758-5EE290D36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955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Streamlit UI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CECAB4-7DFD-4D87-B160-5332C6A2D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050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app.py · subpage/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9EB9C4-5C46-401D-9F0B-C2A8E8691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0505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用户交互与页面切换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EDB0DF-7F4D-4663-B5FE-8F2FD1E36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81325"/>
            <a:ext cx="107823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32ABD8-7A24-4733-BCE4-206B0F04B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81325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B08DC3-F2FA-4840-9FCA-E0ABB22BB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432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891B2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891B2"/>
                </a:solidFill>
                <a:latin typeface="PingFang SC"/>
                <a:ea typeface="PingFang SC"/>
                <a:cs typeface="PingFang SC"/>
              </a:rPr>
              <a:t>Tool Logic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0DF67B-B6D5-48CB-B769-2F2114D74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527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tools/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2C5040-E1D0-4235-8329-18E5C0F41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52775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文案、翻译、摘要、RAG 业务逻辑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D10AC8-2C21-40FE-9131-0E6E587F1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29050"/>
            <a:ext cx="107823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45A042-D3E5-4227-A5EA-00FF25D59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29050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DF0868-A2DD-46D5-8332-CBD8E9CF9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9097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519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59669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59669"/>
                </a:solidFill>
                <a:latin typeface="PingFang SC"/>
                <a:ea typeface="PingFang SC"/>
                <a:cs typeface="PingFang SC"/>
              </a:rPr>
              <a:t>Prompt &amp; Retrieval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E997CE-4A1A-4BD6-829F-33FEDF854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00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prompt · rag_chatbot/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0422F2-0796-48A5-ADCE-8F5683DAA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005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任务约束、分块与混合检索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C64487-7CDA-4801-B843-9BDE3E25E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76775"/>
            <a:ext cx="107823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7612EB-29AC-4F38-AB4B-E9F3F5A1D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76775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EA580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3B751D-2E8C-4B5E-B208-848DB2236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387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A580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EA580C"/>
                </a:solidFill>
                <a:latin typeface="PingFang SC"/>
                <a:ea typeface="PingFang SC"/>
                <a:cs typeface="PingFang SC"/>
              </a:rPr>
              <a:t>LLM Service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44B5CE-5644-4BA5-B644-E6C1AA157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8482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utils/llm.py · OpenRouter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A3955B-E88E-42F8-BA36-8ABFC6468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48225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统一模型请求与结果返回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DA5DB5-0487-4A62-BDC8-79DCC2D4B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91250"/>
            <a:ext cx="1078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6747D4-E474-4960-AED5-1DC2467F7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436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当前 Demo 已建立可扩展骨架：新增一个工具，通常只需增加页面、逻辑与 Prompt。</a:t>
            </a:r>
          </a:p>
        </p:txBody>
      </p:sp>
    </p:spTree>
    <p:extLst>
      <p:ext uri="{BB962C8B-B14F-4D97-AF65-F5344CB8AC3E}">
        <p14:creationId xmlns:p14="http://schemas.microsoft.com/office/powerpoint/2010/main" val="20872633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1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93F6A8-AAF9-4AA3-ADF4-E39D8EA28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810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3C5FD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93C5FD"/>
                </a:solidFill>
                <a:latin typeface="PingFang SC"/>
                <a:ea typeface="PingFang SC"/>
                <a:cs typeface="PingFang SC"/>
              </a:rPr>
              <a:t>总结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CD044F-8703-4A88-A9AE-1CD7CC3C1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72390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8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AI Tool Platform</a:t>
            </a:r>
          </a:p>
          <a:p xmlns:a="http://schemas.openxmlformats.org/drawingml/2006/main">
            <a:pPr algn="l">
              <a:defRPr sz="38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8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已经完成了什么？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B2CD6A-9D7E-4D4E-96C3-70CC469F2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67050"/>
            <a:ext cx="5715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106E3A-1286-44DB-B9B9-15457A679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05200"/>
            <a:ext cx="704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把三类常用 AI 能力放进统一 Web 平台：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674C23-28C6-4C9F-B027-B4E623621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195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生成文案  ·  翻译文本  ·  理解并问答 PDF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EA8E6A-312F-4B31-A22A-6674A9C0E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00625"/>
            <a:ext cx="885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下一步可以继续扩展更多专用 AI 工具，复用现有的模块化结构与 LLM 接入方式。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5C6F05-A39B-484C-A5B5-F26B16D4C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91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AI TOOL PLATFORM</a:t>
            </a:r>
          </a:p>
        </p:txBody>
      </p:sp>
    </p:spTree>
    <p:extLst>
      <p:ext uri="{BB962C8B-B14F-4D97-AF65-F5344CB8AC3E}">
        <p14:creationId xmlns:p14="http://schemas.microsoft.com/office/powerpoint/2010/main" val="7548877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2026-08-18T06:36:28.6070000Z</dcterms:created>
  <dcterms:modified xsi:type="dcterms:W3CDTF">2026-08-18T06:36:28.6070000Z</dcterms:modified>
</coreProperties>
</file>